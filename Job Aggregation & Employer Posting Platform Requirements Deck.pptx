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4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4"/>
            <a:ext cx="10566400" cy="419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4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4"/>
            <a:ext cx="10566400" cy="419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REQUIREMENTS AND TECHNICAL DOCUMENTATION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9936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Posting and Aggregation Platform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403860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AB3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Dual-source model: automatic aggregation plus employer posting, auto-shared to social media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7962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AB3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Version 1.0 · 20 October 2026 · Author: [Author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52006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80"/>
            <a:ext cx="49341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Dual-source 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80"/>
            <a:ext cx="4934153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Jobs are pulled automatically from job APIs, RSS feeds, career pages and social platforms, and posted manually by verified employers.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75" y="1755775"/>
            <a:ext cx="52006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1960880"/>
            <a:ext cx="49341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unified feed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80480" y="2265680"/>
            <a:ext cx="493415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Both sources enter one database and display identically, with a source tag: Aggregated or Employer.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298190"/>
            <a:ext cx="52006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080" y="3503295"/>
            <a:ext cx="49341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goals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1080" y="3808095"/>
            <a:ext cx="493415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 job and traffic volume, give employers a direct channel, and reach audiences by auto-sharing every job.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5375" y="3298190"/>
            <a:ext cx="52006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0480" y="3503295"/>
            <a:ext cx="49341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0480" y="3808095"/>
            <a:ext cx="493415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seekers, employers and recruiters, and the site owner managing everything from an admin dashboard.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Scope of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52006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80"/>
            <a:ext cx="49341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80"/>
            <a:ext cx="4934153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Aggregation, employer registration and posting, optional approval, unified listing, auto-sharing to 5 channels, admin dashboard, roles, search and alerts.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75" y="1755775"/>
            <a:ext cx="52006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1960880"/>
            <a:ext cx="49341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80480" y="2265680"/>
            <a:ext cx="493415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Applicant tracking, payments for paid postings, native mobile apps, resume parsing, scraping of sites that forbid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3298191"/>
            <a:ext cx="52006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080" y="3503295"/>
            <a:ext cx="49341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Assumptions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1080" y="3808095"/>
            <a:ext cx="493415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Owner holds the social accounts and developer apps; a single country or language at launch; admin approval is on by default.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5375" y="3298191"/>
            <a:ext cx="52006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0480" y="3503295"/>
            <a:ext cx="49341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0480" y="3808095"/>
            <a:ext cx="493415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quotas and approval waits (LinkedIn takes weeks), Instagram needs an image, legal limits on scraping and copyright.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3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2520950" cy="1606550"/>
          </a:xfrm>
          <a:prstGeom prst="roundRect">
            <a:avLst>
              <a:gd name="adj" fmla="val 61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80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FR-1 Aggregation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80"/>
            <a:ext cx="2174062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Poll Adzuna, Jooble, Arbeitnow and RSS; normalize, deduplicate and publish new jobs.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755775"/>
            <a:ext cx="2520950" cy="1606550"/>
          </a:xfrm>
          <a:prstGeom prst="roundRect">
            <a:avLst>
              <a:gd name="adj" fmla="val 61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960880"/>
            <a:ext cx="23126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FR-2 Employer posting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0780" y="2265680"/>
            <a:ext cx="2174062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Registration, company profile, job form, email verification, optional approval.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755775"/>
            <a:ext cx="2520950" cy="1606550"/>
          </a:xfrm>
          <a:prstGeom prst="roundRect">
            <a:avLst>
              <a:gd name="adj" fmla="val 61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1960880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FR-3 Unified listing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0480" y="2265680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searchable feed, identical cards, source tag on each job.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755775"/>
            <a:ext cx="2520950" cy="1606550"/>
          </a:xfrm>
          <a:prstGeom prst="roundRect">
            <a:avLst>
              <a:gd name="adj" fmla="val 61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1960880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FR-4 Auto-sharing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60180" y="2265680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published job queued to Facebook, LinkedIn, X, Instagram and Telegram.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5210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080" y="3726180"/>
            <a:ext cx="23126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FR-5 Admin dashboard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1080" y="4030980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 jobs, sources, employers, social accounts, analytics and settings.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95675" y="35210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0780" y="3726180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FR-6 Roles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00780" y="4030980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Admin, Employer, Job Seeker and Guest with enforced permissions.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5375" y="35210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0480" y="3726180"/>
            <a:ext cx="23126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FR-7 Search and alerts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80480" y="4030980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Keyword, location, category and type filters; saved searches and email alerts.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3414157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82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82"/>
            <a:ext cx="309406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Pages under 2.5s LCP; search responses under 500 ms; queued background jobs.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82" y="1755775"/>
            <a:ext cx="3414157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3987" y="1960882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3987" y="2265682"/>
            <a:ext cx="309406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Stateless app servers, queue workers scaled independently, 100k+ jobs indexed.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789" y="1755775"/>
            <a:ext cx="3414157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6894" y="1960882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6894" y="2265682"/>
            <a:ext cx="309406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HTTPS, hashed passwords, RBAC, CAPTCHA, encrypted API tokens, audit logs.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298189"/>
            <a:ext cx="3414157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1080" y="3503296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1080" y="3808096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Server-rendered pages, JobPosting schema markup, sitemaps, clean URLs.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82" y="3298189"/>
            <a:ext cx="3414157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3987" y="3503296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3987" y="3808096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99.5% uptime target, daily backups, health checks and alerting.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61789" y="3298189"/>
            <a:ext cx="3414157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6894" y="3503296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66894" y="3808096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GDPR and CCPA: consent, data export and deletion, privacy policy.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3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2520950" cy="1606550"/>
          </a:xfrm>
          <a:prstGeom prst="roundRect">
            <a:avLst>
              <a:gd name="adj" fmla="val 61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82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82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Next.js (React) with server rendering and Tailwind CSS.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755775"/>
            <a:ext cx="2520950" cy="1606550"/>
          </a:xfrm>
          <a:prstGeom prst="roundRect">
            <a:avLst>
              <a:gd name="adj" fmla="val 61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960882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0780" y="2265682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Node.js with NestJS, REST API, BullMQ workers and cron schedulers.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755775"/>
            <a:ext cx="2520950" cy="1606550"/>
          </a:xfrm>
          <a:prstGeom prst="roundRect">
            <a:avLst>
              <a:gd name="adj" fmla="val 61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1960882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0480" y="2265682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PostgreSQL with full-text search, Redis for queues and caching.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755775"/>
            <a:ext cx="2520950" cy="1606550"/>
          </a:xfrm>
          <a:prstGeom prst="roundRect">
            <a:avLst>
              <a:gd name="adj" fmla="val 61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1960882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60180" y="2265682"/>
            <a:ext cx="2174062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Docker on a VPS or cloud (Hetzner, AWS or DigitalOcean) behind a CDN.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568700"/>
            <a:ext cx="1088339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Recommendation: official APIs and RSS over scraping (lower legal risk, stable data). Automation in code with BullMQ; n8n self-hosted as the no-code alternative, ahead of Zapier and Make on cost.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Model and Database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2520950" cy="1829435"/>
          </a:xfrm>
          <a:prstGeom prst="roundRect">
            <a:avLst>
              <a:gd name="adj" fmla="val 538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82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82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id, email, password_hash, role, verified_at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755775"/>
            <a:ext cx="2520950" cy="1829435"/>
          </a:xfrm>
          <a:prstGeom prst="roundRect">
            <a:avLst>
              <a:gd name="adj" fmla="val 538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960882"/>
            <a:ext cx="23126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employers / companies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0780" y="2265682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id, user_id, name, domain, logo, verified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755775"/>
            <a:ext cx="2520950" cy="1829435"/>
          </a:xfrm>
          <a:prstGeom prst="roundRect">
            <a:avLst>
              <a:gd name="adj" fmla="val 538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1960882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jobs (unified)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0480" y="2265682"/>
            <a:ext cx="2174062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id, title, company, description, location, apply_url, source_type, source_id, status, dedupe_hash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755775"/>
            <a:ext cx="2520950" cy="1829435"/>
          </a:xfrm>
          <a:prstGeom prst="roundRect">
            <a:avLst>
              <a:gd name="adj" fmla="val 5380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1960882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job_sources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60180" y="2265682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id, name, type, endpoint, schedule, active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743961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080" y="3949064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1080" y="4253864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id, name, slug; many-to-many with jobs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95675" y="3743961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0780" y="3949064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approvals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00780" y="4253864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job_id, status, reviewer_id, reason, decided_at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5375" y="3743961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0480" y="3949064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social_accounts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80480" y="4253864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id, platform, token_encrypted, expires_at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55075" y="3743961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0180" y="3949064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social_posts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60180" y="4253864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job_id, platform, status, post_id, error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3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1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105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74660"/>
            <a:ext cx="1088339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69"/>
              </a:lnSpc>
              <a:buNone/>
            </a:pPr>
            <a:r>
              <a:rPr lang="en-US" sz="279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 Integration Details</a:t>
            </a:r>
            <a:endParaRPr lang="en-US" sz="279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76957"/>
          <a:ext cx="10556240" cy="4165044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401638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b="1" dirty="0">
                          <a:solidFill>
                            <a:srgbClr val="B84A1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Service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b="1" dirty="0">
                          <a:solidFill>
                            <a:srgbClr val="B84A1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Auth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b="1" dirty="0">
                          <a:solidFill>
                            <a:srgbClr val="B84A1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Limits and approval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b="1" dirty="0">
                          <a:solidFill>
                            <a:srgbClr val="B84A1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Fallback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01638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Adzuna, Jooble, Arbeitnow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API key or none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 tiers; request keys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RSS feeds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604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LinkedIn / Indeed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Gated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Approval takes weeks; scraping prohibited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Skip; use legal sources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8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Facebook Page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Page token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Easy; app review needed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Queue and retry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604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LinkedIn Company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OAuth 2.0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Product approval, several weeks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Manual share link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604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Twitter/X v2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OAuth 2.0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 tier is strictly limited; paid tiers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Reduce frequency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683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Instagram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Meta Graph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Business account, image required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Default branded image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638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Telegram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Bot token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Simple, flood limits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Retry with delay</a:t>
                      </a:r>
                      <a:endParaRPr lang="en-US" sz="1345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Automation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2520950" cy="1612265"/>
          </a:xfrm>
          <a:prstGeom prst="roundRect">
            <a:avLst>
              <a:gd name="adj" fmla="val 6105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Detect or submit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Cron fetches sources every 15 to 60 minutes; employers submit through the 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755775"/>
            <a:ext cx="2520950" cy="1612265"/>
          </a:xfrm>
          <a:prstGeom prst="roundRect">
            <a:avLst>
              <a:gd name="adj" fmla="val 6105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960879"/>
            <a:ext cx="217406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Normalize and dedupe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0780" y="24942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Hash of title, company, location and apply URL; skip if it exists.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755775"/>
            <a:ext cx="2520950" cy="1612265"/>
          </a:xfrm>
          <a:prstGeom prst="roundRect">
            <a:avLst>
              <a:gd name="adj" fmla="val 6105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1960879"/>
            <a:ext cx="23126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Approve and publish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04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Aggregated jobs go live; employer jobs wait for approval if enabled.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755775"/>
            <a:ext cx="2520950" cy="1612265"/>
          </a:xfrm>
          <a:prstGeom prst="roundRect">
            <a:avLst>
              <a:gd name="adj" fmla="val 6105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Auto-share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601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publish, a queue job posts to each platform, logs results and retries failures.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574417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Anti-spam for employers: email verification, CAPTCHA, company domain check, admin moderation.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Legal and Compliance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3414157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79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terms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79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Respect each source's terms; no scraping where prohibited.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82" y="1755775"/>
            <a:ext cx="3414157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3987" y="1960879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Platform policies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3987" y="2265679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Follow Meta, LinkedIn, X and Telegram automation rules.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789" y="1755775"/>
            <a:ext cx="3414157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6894" y="1960879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Employer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6894" y="2265679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Collect minimum data, secure storage, deletion on request.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075304"/>
            <a:ext cx="3414157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1080" y="3280414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Privacy laws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1080" y="3585214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GDPR and CCPA consent, cookies, data rights.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82" y="3075304"/>
            <a:ext cx="3414157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3987" y="3280414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Copyright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3987" y="3585214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Show a snippet and link to the original; credit the source.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UI and UX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79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Search bar, featured jobs, categories, latest feed.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755775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listing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0780" y="2265679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Filters sidebar, job cards with source tag, pagination.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755775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detail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0480" y="2265679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description, apply button, share links.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755775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Employer registration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60180" y="2265679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Company details, email and domain verification.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075304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080" y="3280414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Employer dashboard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1080" y="3585214"/>
            <a:ext cx="2174062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 jobs, status, edit, stats.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95675" y="3075304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0780" y="3280414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 job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00780" y="3585214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 with preview and submit for review.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5375" y="3075304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0480" y="3280414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80480" y="3585214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Queues, approvals, sources, analytics.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55075" y="3075304"/>
            <a:ext cx="2520950" cy="1160780"/>
          </a:xfrm>
          <a:prstGeom prst="roundRect">
            <a:avLst>
              <a:gd name="adj" fmla="val 8479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0180" y="3280414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Settings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60180" y="3585214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Profile, alerts, social accounts, automation rules.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3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Development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3414157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79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1: MVP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79"/>
            <a:ext cx="309406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Aggregation, employer posting, unified listing, Telegram and Facebook sharing. About 10 to 12 weeks.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82" y="1755775"/>
            <a:ext cx="3414157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3987" y="1960879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2: Automation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3987" y="2265679"/>
            <a:ext cx="309406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LinkedIn, X and Instagram sharing, alerts, smarter dedupe. About 6 to 8 weeks.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789" y="1755775"/>
            <a:ext cx="3414157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6894" y="1960879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3: Scale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6894" y="2265679"/>
            <a:ext cx="309406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Analytics, performance tuning, more sources, paid postings. About 8 to 10 weeks.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Budget and Resource Estimate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Hosting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79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Approx. $30 to $150 per month.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APIs and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07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Approx. $0 to $250 per month; X paid tiers are the main cost.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04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Approx. $12,000 to $35,000 depending on team and region.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601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manager, 2 full-stack developers, designer, QA, DevOps (part time).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345817"/>
            <a:ext cx="10883392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figures are rough estimates to be confirmed with quotes.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Risks and Mitigation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62760"/>
          <a:ext cx="10556240" cy="2682240"/>
        </p:xfrm>
        <a:graphic>
          <a:graphicData uri="http://schemas.openxmlformats.org/drawingml/2006/table">
            <a:tbl>
              <a:tblPr/>
              <a:tblGrid>
                <a:gridCol w="5278120"/>
                <a:gridCol w="5278120"/>
              </a:tblGrid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B84A1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Risk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B84A1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Mitigation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API changes or shutdowns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Adapter pattern per source; monitoring and alerts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Platform bans or rate limits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Official APIs only; throttle posting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Scraping legal issues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Avoid scraping; use APIs and RSS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Spam or fake employers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Verification, CAPTCHA, moderation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Cost overruns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128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Phased delivery; fixed-scope MVP</a:t>
                      </a:r>
                      <a:endParaRPr lang="en-US" sz="16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Deliverables Checklist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 site, employer area, admin dashboard, unified job database.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07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sources and 5 social channels configured and tested.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04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suite, security review, SEO and performance checks.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1960879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Handover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60180" y="2265679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EEF0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code, deployment scripts, API docs, admin guide, training.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3B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Appendices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3414157" cy="2275205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85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Glossary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85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Aggregation, deduplication, ATS, RSS, OAuth, webhook, cron, RBAC.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82" y="1755775"/>
            <a:ext cx="3414157" cy="2275205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3987" y="1960885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Reference links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3987" y="2265685"/>
            <a:ext cx="309406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Adzuna, Jooble, Arbeitnow, Meta Graph, LinkedIn, X and Telegram docs.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789" y="1755775"/>
            <a:ext cx="3414157" cy="2275205"/>
          </a:xfrm>
          <a:prstGeom prst="roundRect">
            <a:avLst>
              <a:gd name="adj" fmla="val 432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6894" y="1960885"/>
            <a:ext cx="30940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.env keys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66894" y="2265685"/>
            <a:ext cx="3094065" cy="158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DATABASE_URL, REDIS_URL, ADZUNA_APP_ID and KEY, JOOBLE_KEY, META_APP_ID and SECRET, LINKEDIN_CLIENT_ID and SECRET, X_API_KEY and SECRET, TELEGRAM_BOT_TOKEN, SMTP_*, JWT_SECRET.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84A1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60885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Register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1080" y="2265685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Apply for Adzuna, Jooble, Meta, LinkedIn, X and Telegram access now.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56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0780" y="1960885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Hosting and domain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0780" y="2265685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Choose a provider, buy the domain, set up DNS and SSL.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53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0480" y="1960885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Hire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80480" y="2265685"/>
            <a:ext cx="2174062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Engage a freelancer or agency with this specification.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5075" y="1755775"/>
            <a:ext cx="2520950" cy="1383665"/>
          </a:xfrm>
          <a:prstGeom prst="roundRect">
            <a:avLst>
              <a:gd name="adj" fmla="val 7113"/>
            </a:avLst>
          </a:prstGeom>
          <a:solidFill>
            <a:srgbClr val="1F2630"/>
          </a:solidFill>
          <a:ln w="6350">
            <a:solidFill>
              <a:srgbClr val="2F3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0180" y="1960885"/>
            <a:ext cx="217406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08A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Kick off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60180" y="2265685"/>
            <a:ext cx="2174062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21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 Phase 1 scope and begin the MVP.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0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Job Platform · Requirements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b Aggregation &amp; Employer Posting Platform: Requirements Deck">
  <a:themeElements>
    <a:clrScheme name="Job Aggregation &amp; Employer Posting Platform: Requirements Deck">
      <a:dk1>
        <a:srgbClr val="1D2128"/>
      </a:dk1>
      <a:lt1>
        <a:srgbClr val="F4F1EA"/>
      </a:lt1>
      <a:dk2>
        <a:srgbClr val="535559"/>
      </a:dk2>
      <a:lt2>
        <a:srgbClr val="DFDCD7"/>
      </a:lt2>
      <a:accent1>
        <a:srgbClr val="B84A14"/>
      </a:accent1>
      <a:accent2>
        <a:srgbClr val="F08A54"/>
      </a:accent2>
      <a:accent3>
        <a:srgbClr val="5A6068"/>
      </a:accent3>
      <a:accent4>
        <a:srgbClr val="AAB3BE"/>
      </a:accent4>
      <a:accent5>
        <a:srgbClr val="9AA0A6"/>
      </a:accent5>
      <a:accent6>
        <a:srgbClr val="737476"/>
      </a:accent6>
      <a:hlink>
        <a:srgbClr val="0563C1"/>
      </a:hlink>
      <a:folHlink>
        <a:srgbClr val="954F72"/>
      </a:folHlink>
    </a:clrScheme>
    <a:fontScheme name="Job Aggregation &amp; Employer Posting Platform: Requirements Deck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Aggregation &amp; Employer Posting Platform: Requirements Deck</dc:title>
  <dc:subject/>
  <dc:creator/>
  <cp:lastModifiedBy/>
  <cp:revision>1</cp:revision>
  <dcterms:created xsi:type="dcterms:W3CDTF">2026-10-20T14:20:18Z</dcterms:created>
  <dcterms:modified xsi:type="dcterms:W3CDTF">2026-10-20T14:20:18Z</dcterms:modified>
</cp:coreProperties>
</file>